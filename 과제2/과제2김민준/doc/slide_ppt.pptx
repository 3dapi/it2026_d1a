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73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F00076-E25E-4AF7-8AF9-7B18657F2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D28E32-D95F-4783-BD99-FD24738E3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0E5709-78DE-4127-B04D-2EB8278DE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87AC8F-9BCE-443A-AA84-A7250FACA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88A611-EE7E-434B-841F-291E6297A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111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6E2A4-62F6-47D0-8232-80325F4A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FED446-2930-4C0C-A1EC-C3F521B05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6C0836-55BB-492D-B717-FF8392A05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915BEB-3A5C-4961-A055-9592E00D3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BE3F5C-6924-45A5-BE09-49105D0CD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8031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FF3DFE-869C-4CB1-8AC3-507EACCA0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A34DF3-F529-4A33-A7BE-F9CE6AFB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CF2318-27E5-466B-9F4B-C280EAED1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63DA54E-CE72-4C66-9A9B-C1E208809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190C5C-579A-4108-ABF5-A83339A73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519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A1431-49B4-4105-95AE-9CEE77E4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431B8A-D85B-4ADD-9C1A-5027C3BA64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0F5184-B025-4F7D-8ABC-6B12135C8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7A6AD20-FFDA-428E-ACA9-F61133178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13A418-F7B1-4EBE-9AB8-D59DDB4E7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8CF70B-C873-4AB9-8EDD-1B7BDB0B5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6517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E632EA-9965-49A4-A06B-5CB6CEDB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DFB35F-D1E7-4040-97F2-AA892ECEF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6C9E73-C682-4633-9531-1392B0FED5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16E44A-9F26-4B60-BD24-2F19074E4D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A1409D2-3791-43FB-856E-478521A7D5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012CAE0-6D05-43F9-8914-69189F95F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E052775-B306-4176-8DC2-2FDBF6CCE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0870772-970E-42B2-85B8-C17780E2D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380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52B4D8-E563-4820-B3EA-635C5B2B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779602-9810-4CBB-AF2D-1D92E5BB1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8EA029-CAFA-4F12-B8A7-44730273D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783BC80-EF40-48A9-A3E3-98BF002AD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13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E09C26-40F6-44AE-B149-D78CADD9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8772B2F-F9B8-4FC2-ABD5-01C921640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037726A-6856-49A1-A804-915995425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852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64FBB1-C9C9-4812-9CDE-A332BD948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09361D-253C-4BDB-B184-9A72E2C1F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B0EB47-1C82-42F5-ABF1-8C1B571321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2FAC62-AA18-4DD2-87A7-A5C678B9F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B8ABFEA-D8C2-4101-8790-5FE2F0CF0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2063FD7-6ED0-485B-BF64-0ECFDA4D9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0214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FA85AA-194B-45ED-BEDE-1A8ADD67F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742EB28-EAB6-4BEA-9EE3-FE3FAB7F8A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2FB0E3-D74D-417A-8951-E9D05BA3C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56E551-02C0-43E7-B0A6-7CA3A39B8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2FAA1F-2FBB-4249-A7FB-C6E026F61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387F9B-3E75-4673-857D-6AFBAB283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203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56E94-3F4A-4C76-94D1-0A8193C19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0C97B24-E256-4C69-8AC5-5B9F2A60A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0D5203-A4E7-46EA-8A0D-0EB84439E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34C1F47-CDBB-44E9-87A3-6745540FB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B665114-4FB9-428A-A9FA-E901473B3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7030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DB34AB-F61C-4425-9E0F-1EF68D1EBA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754658-7723-41CA-A81F-66AE24B3A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4EF69C-F0A6-4D6E-8B59-3600C5150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39308-7C77-4451-9A10-723EEACF7FD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618C028-0AD5-4573-A166-13EB65B51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E0A9BE-BBDC-44DA-B2D4-D11872E59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715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F66FD0F-15E8-485B-A2BE-BB404F419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380ED7-95E2-4023-9589-13D0CB51BF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4A6A17-F47E-4F3B-AA51-7A0E22DAD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39308-7C77-4451-9A10-723EEACF7FD9}" type="datetimeFigureOut">
              <a:rPr lang="ko-KR" altLang="en-US" smtClean="0"/>
              <a:t>2026-09-06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F3A1A7-AB53-4BCC-AF51-76C31D6B99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DD89F-DD86-414E-921A-97B9EAED9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529CF-00DC-4ADD-8B6A-7D9ADE88BC2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888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5CB893-7169-47ED-8D3B-193E93DBD2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Slide Block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3570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5032096-1C84-5FA9-78F5-C577F56599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909" y="-30145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C3393C3-6879-2A5E-875F-79EBDA9664AC}"/>
              </a:ext>
            </a:extLst>
          </p:cNvPr>
          <p:cNvSpPr txBox="1"/>
          <p:nvPr/>
        </p:nvSpPr>
        <p:spPr>
          <a:xfrm>
            <a:off x="-1" y="3127550"/>
            <a:ext cx="62579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/>
              <a:t>게임 시작 예시 화면</a:t>
            </a:r>
            <a:endParaRPr lang="en-US" altLang="ko-KR" sz="4400" dirty="0"/>
          </a:p>
        </p:txBody>
      </p:sp>
    </p:spTree>
    <p:extLst>
      <p:ext uri="{BB962C8B-B14F-4D97-AF65-F5344CB8AC3E}">
        <p14:creationId xmlns:p14="http://schemas.microsoft.com/office/powerpoint/2010/main" val="2290221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5E3CB-353C-A85A-408D-562BBB2BA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8F9135-EA72-C92A-AC3D-36FD501896B7}"/>
              </a:ext>
            </a:extLst>
          </p:cNvPr>
          <p:cNvSpPr txBox="1"/>
          <p:nvPr/>
        </p:nvSpPr>
        <p:spPr>
          <a:xfrm>
            <a:off x="0" y="3044279"/>
            <a:ext cx="5034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/>
              <a:t>플레이 예시 화면</a:t>
            </a:r>
            <a:endParaRPr lang="en-US" altLang="ko-KR" sz="4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A1D7F5-4209-FC7F-BFA0-10F48C5150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5375" y="4596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06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D0BBA-5374-658D-9D66-05F0E58F6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5D41534-22ED-BA7C-FB2A-3CF59F143DBC}"/>
              </a:ext>
            </a:extLst>
          </p:cNvPr>
          <p:cNvSpPr txBox="1"/>
          <p:nvPr/>
        </p:nvSpPr>
        <p:spPr>
          <a:xfrm>
            <a:off x="0" y="2659559"/>
            <a:ext cx="581694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400" dirty="0"/>
              <a:t>게임 종료 예시 화면</a:t>
            </a:r>
            <a:endParaRPr lang="en-US" altLang="ko-KR" sz="4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F8CBE87-D2CC-B40C-C119-70C4955B8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125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0170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</Words>
  <Application>Microsoft Office PowerPoint</Application>
  <PresentationFormat>와이드스크린</PresentationFormat>
  <Paragraphs>4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Slide Block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</dc:title>
  <dc:creator>KOREAIT</dc:creator>
  <cp:lastModifiedBy>민준 김</cp:lastModifiedBy>
  <cp:revision>2</cp:revision>
  <dcterms:created xsi:type="dcterms:W3CDTF">2026-08-26T03:28:12Z</dcterms:created>
  <dcterms:modified xsi:type="dcterms:W3CDTF">2026-09-06T06:50:59Z</dcterms:modified>
</cp:coreProperties>
</file>
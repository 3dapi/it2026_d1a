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ACD58-3648-43AB-880A-75B36F47B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E64970-DCD4-4BD3-AC82-5019E76D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0CCA2-F9E3-47E5-8689-AA4195F8A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6BE4B-B47D-439A-95C1-6E2B600C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04D8B4-AF81-4277-AF4A-AA9D2DA3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62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FBAA-E50A-4C61-9864-DDEB53B3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76D66-BFC6-4128-8028-2D6491AFB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01603-CB6B-453A-B2C0-674B4721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309B91-21B3-4DBD-BEF9-1A99D7A0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46A3A2-F135-4E6C-9A8A-9458F6F2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6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98676-C876-4148-B1D9-37623ADD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C1639-C2B2-4558-9EF1-D29B94D34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C0D021-52E2-46F6-8B9A-4D2921B4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F03A80-3817-491F-B064-4AF724C5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94B6EA-86E2-4A8C-B782-68BB926A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73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C1DC7-C376-4649-BEF3-2B28E7B8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DCB25-0C60-419F-A547-1DC026A7D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DD89C0-9FF7-46AE-92A5-0166FC744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C8EEF0-5AA5-4DF8-91EF-2DEC76A4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CD19E3-F36A-4875-892B-01FF360A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C36F31-8584-4330-B280-1F101244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24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4E1B-E21D-44C7-91E8-48A5B1A3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C10BAE-EA02-4531-B3BA-FF5DE1B32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830FB5-8FA0-4442-95F9-6994EDE7D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3D9048-6C04-4EFD-BA37-2D2E51F95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07B338-07E0-4323-A5DE-8AF1165CD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EC7798-F3AE-41D3-A3D2-1EFF9DDA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AB7F1D-6388-4B5E-94AE-87AEF2BD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BF61CB-CF63-425C-A29F-1F15C3241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494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3C48D-CCBD-4DAB-9BF6-942E7B63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6BA250-1FD7-4E77-A79B-BA745A55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098C5-9FEE-4690-AA66-95BFAFD5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C64B52-B86B-4DB1-91E4-8557A9B8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9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4AA65D-0DB0-4FD8-B1EC-CD0092185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759E19-F507-4D03-8FE1-98B4CA09C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CDB62C-234F-4604-8F68-AC125F26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89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2696B-EA20-4704-A61A-8B69A1CE0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0CFEC-8D47-4E50-AB9E-33D02BFC8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2877E3-D6E5-41BE-BA6A-EF5A0196F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539DA9-DD32-4612-A06B-785285F4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FE601B-CCBE-4A48-A380-4C0D2AEB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EAAC14-6555-4DD6-A2BD-CE971A61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01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3165B-1D30-4FEC-9B4A-5DD7A392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7108A1-BA7D-4073-9EB4-C0F9F4846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725F14-B343-4220-B7CD-2FB02695C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6BE29A-A0FC-4FC9-9BBA-7D26C71A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51189A-6915-41D5-AFE2-7F823170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6C3C6A-86F9-4D99-B2E7-42DD5A75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68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2A790-12AE-4A5D-A3CA-16B48FB7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736BF7-4183-4D0A-988D-BF321A65B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E16C1B-D758-4E9D-8B1F-8B3D4083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D3C5C8-4278-459C-BF0E-86E9F8DF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BDE758-1215-4FF6-BDF5-AAE9121F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44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CDB201-4944-45A9-9C0F-87A60FBD7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4A5421-8CF5-4E1E-8476-F0C885848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992C1D-177E-4690-9ED1-7350299B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4B74A2-0341-45A5-818D-E73DDFFD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33F69-04C7-47B4-AC0A-CA609B76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62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03C085-BB03-48CA-B924-81D935C8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41CC89-D05F-43C7-9FBD-DA33B904A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B6FB5-4884-49D2-8400-E964E33CA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0842D-B33C-4900-857B-B494CCAE053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9DFCC4-E21A-450C-B3D9-C0C29391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AE691D-CF02-4C4F-8A75-791D2B4DA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BBC84-BDDE-4B79-AB94-632E0FFC3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70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0FF97-9413-4A68-AB83-E797591B8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Game</a:t>
            </a:r>
            <a:r>
              <a:rPr lang="ko-KR" altLang="en-US" dirty="0"/>
              <a:t> </a:t>
            </a:r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1582BD-E13A-41AD-8FF4-9525D95248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576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Game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Project</dc:title>
  <dc:creator>KOREAIT</dc:creator>
  <cp:lastModifiedBy>KOREAIT</cp:lastModifiedBy>
  <cp:revision>1</cp:revision>
  <dcterms:created xsi:type="dcterms:W3CDTF">2026-08-26T03:28:00Z</dcterms:created>
  <dcterms:modified xsi:type="dcterms:W3CDTF">2026-08-26T03:28:42Z</dcterms:modified>
</cp:coreProperties>
</file>
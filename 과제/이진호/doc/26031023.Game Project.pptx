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20BEC1-C462-4B94-A910-8F53852DF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ED6E3A-084C-45AA-A5CB-7166A4C1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7BEE6-4189-490D-BE11-ABF195D7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C151A9-3D62-4493-94A4-3D911B0DB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794E98-CDD3-4B92-83FA-4810067B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84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A42EF-C67D-4FAF-BB14-AF20D14A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7496EE-E401-4A58-B181-E1CA6FA9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9FB789-05C4-478E-8143-9346DD2A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DBF01-ABF7-450A-9E3A-0E8E8901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9D1300-DCC2-417E-990F-AE74E32A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34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9F1C6-0939-4DBF-AB75-46F8BFA8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4BD4B2-908C-439D-91E3-6FA54FFAF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F8386-5A2A-4AAE-84FD-3AA7508B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E84CE8-23DB-43FD-923A-10B759E87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2632EE-160B-410B-8999-80869EC05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42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B16E79-6DDB-46A6-B297-C3DC204A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684BF7-6E66-4442-9995-C015E4708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A87CC4-7131-4709-A444-3E910EB4E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05316D-52E0-434D-9731-FF97FD871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3FB660-6FB7-4C5A-A4AD-41B652F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F795A3-F97A-477A-840D-FBE3C801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80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26E11-6007-40CD-BEBC-854F3458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796572-5D1D-426E-B428-D80148E07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1806CA-0D9E-48D6-BF4B-71F453747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8F9CB4-8C49-4DE2-9DA7-4EB7AD0EA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CFCE0E-0241-4688-AE6B-5323BED3F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D24853-9D4D-4533-9EB0-AE258FF8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63D7C2-DE43-4476-8067-0CD01205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FADABC-CC58-4CF1-8AA9-5CB8C055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89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2EF5B-CF8C-49F5-BE42-EB4FF006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729102E-7544-4B2F-8AEE-31F4E764C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C8E9EB-0628-4121-8FCC-FCFA8F7C5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89EBD2-3F11-4EA0-8356-CDEC3D2C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067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B01F6B-0DCF-4B96-9111-4A0C75F74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720EE5-A306-40BA-A120-0EC60B60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C3816B-8ADF-4AFB-972F-F729652AC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630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3E786-FB52-44F5-812C-2E968C82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14C53F-7F20-4F2B-8ACD-64B6420F2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BFBB71-E464-427E-A4C3-AE3B27754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2D2EC-5CBB-4455-8C64-E4FB3088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F859E8-8E8C-4620-8714-7A858B61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077F49-BBC3-44C1-951A-1310D756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DE42F-1C6D-487C-8628-30726B359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173943-BC34-4621-9C23-C059A89D2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342847-9D8D-4805-A3A7-A21A4769D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2540A-A1AF-41D0-9F87-A3C172AC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BDE05-EC17-487D-A5A2-6983C7350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6281EB-26B6-4B7D-A7EA-643D0226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944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5CE5A-E874-4966-8F44-2CFC12BA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B243B1-6ED8-4C8A-BD6C-7AA475FE2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F39BB-B102-432A-B979-95BF3F28F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42C2A-65CB-432A-A886-BF83BF03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1CD20-CF21-4DF4-BB71-8563481E5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03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41ACA2-091B-4066-B9CF-6A5A035A9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06C9F5-7560-4C80-BE5E-7AD951193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6014C6-C1BB-4D3A-9B94-71E7ED82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05BAE2-726F-4677-ACFC-B16FC015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2800A-9444-43AB-8883-23C06909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93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C405C6-412C-44D9-9BA5-DAD34917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2F421F-1763-48F8-8087-8D7025B39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AA25C-B4D8-4DF5-BAFC-0C5AB0591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770AD-C248-409C-B466-18675E8DCE8D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68A61D-3F32-4C98-9B1F-D282E8328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970CEF-B3F9-43E2-AEA0-6C8A720EAA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AD63F-E605-43E1-94BE-9A4C87BCF2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40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FE116-EB3C-446A-A2C7-D6DD565B42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Game Project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6E8CEB-94C9-41D4-AB75-B44674BC9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28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Game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Project</dc:title>
  <dc:creator>KOREAIT</dc:creator>
  <cp:lastModifiedBy>KOREAIT</cp:lastModifiedBy>
  <cp:revision>2</cp:revision>
  <dcterms:created xsi:type="dcterms:W3CDTF">2026-08-26T03:28:05Z</dcterms:created>
  <dcterms:modified xsi:type="dcterms:W3CDTF">2026-08-26T03:28:57Z</dcterms:modified>
</cp:coreProperties>
</file>
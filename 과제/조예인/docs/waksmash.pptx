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</p:sldIdLst>
  <p:sldSz cx="24384000" cy="13716000"/>
  <p:notesSz cx="6858000" cy="9144000"/>
  <p:embeddedFontLst>
    <p:embeddedFont>
      <p:font typeface="DNF Bit Bit OTF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1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84700" y="-12700"/>
            <a:ext cx="15214600" cy="857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944100" y="6845300"/>
            <a:ext cx="4495800" cy="12026900"/>
          </a:xfrm>
          <a:prstGeom prst="rect">
            <a:avLst/>
          </a:prstGeom>
          <a:effectLst>
            <a:outerShdw dir="2700000" dist="138332" blurRad="112395">
              <a:srgbClr val="000000">
                <a:alpha val="5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44200" y="11493500"/>
            <a:ext cx="29083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566400" y="11645900"/>
            <a:ext cx="3263900" cy="698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971000" y="11341100"/>
            <a:ext cx="1930400" cy="1930400"/>
          </a:xfrm>
          <a:prstGeom prst="rect">
            <a:avLst/>
          </a:prstGeom>
          <a:effectLst>
            <a:outerShdw dir="2700000" dist="178191" blurRad="77216">
              <a:srgbClr val="000000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034500" y="11264900"/>
            <a:ext cx="927100" cy="1244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744200" y="9334500"/>
            <a:ext cx="2908300" cy="101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66400" y="9512300"/>
            <a:ext cx="3263900" cy="69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44200" y="10414000"/>
            <a:ext cx="2908300" cy="101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566400" y="10579100"/>
            <a:ext cx="32639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86100" y="-12700"/>
            <a:ext cx="18224500" cy="13741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05900" y="5130800"/>
            <a:ext cx="1524000" cy="1244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073900" y="2362200"/>
            <a:ext cx="10248900" cy="1024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653500" y="1701800"/>
            <a:ext cx="1676400" cy="314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25900" y="1130300"/>
            <a:ext cx="5511800" cy="1168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805900" y="6845300"/>
            <a:ext cx="17272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971000" y="11341100"/>
            <a:ext cx="1930400" cy="1930400"/>
          </a:xfrm>
          <a:prstGeom prst="rect">
            <a:avLst/>
          </a:prstGeom>
          <a:effectLst>
            <a:outerShdw dir="2700000" dist="178191" blurRad="77216">
              <a:srgbClr val="000000">
                <a:alpha val="15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034500" y="11264900"/>
            <a:ext cx="927100" cy="124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74800" y="2260600"/>
            <a:ext cx="3987800" cy="3987800"/>
          </a:xfrm>
          <a:prstGeom prst="rect">
            <a:avLst/>
          </a:prstGeom>
          <a:effectLst>
            <a:outerShdw dir="2700000" dist="368105" blurRad="159512">
              <a:srgbClr val="000000">
                <a:alpha val="18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2326600" y="6845300"/>
            <a:ext cx="1574800" cy="167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643600" y="-228600"/>
            <a:ext cx="2654300" cy="2743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12800" y="3479800"/>
            <a:ext cx="5511800" cy="1549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855200" y="5384800"/>
            <a:ext cx="1485900" cy="1485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55400" y="5384800"/>
            <a:ext cx="1485900" cy="1485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042900" y="5384800"/>
            <a:ext cx="1485900" cy="1485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855200" y="6934200"/>
            <a:ext cx="1485900" cy="1485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55400" y="6934200"/>
            <a:ext cx="1485900" cy="1485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042900" y="6934200"/>
            <a:ext cx="1485900" cy="1485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855200" y="8496300"/>
            <a:ext cx="1485900" cy="1485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55400" y="8496300"/>
            <a:ext cx="1485900" cy="1485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042900" y="8496300"/>
            <a:ext cx="14859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436100" y="4102100"/>
            <a:ext cx="5511800" cy="5511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36100" y="6375400"/>
            <a:ext cx="5511800" cy="97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
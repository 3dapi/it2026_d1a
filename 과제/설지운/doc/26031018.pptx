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33F92-B5B7-43CD-88C7-6DF2015F9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E91C7A-F072-4E9A-A602-AEE8E32C6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20851D-9702-447C-95A6-9EA12D364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E439-4AF6-4390-B23D-7814DFB4E96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4F5153-BC33-4BE3-96B3-43B98A978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E97F66-754F-48F3-9A16-ED74C6300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F1FCF-7618-47BC-953F-DF3F2E29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81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CE51B1-3E14-4E6B-8AD0-D1285ED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2BF228-110C-4619-8AB9-BE4E3FE0C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4891C9-7758-4304-B913-A810DCBB9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E439-4AF6-4390-B23D-7814DFB4E96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150A65-05EF-43E3-B643-AC108AF30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D1B886-690B-43B4-8B4E-1CBD215D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F1FCF-7618-47BC-953F-DF3F2E29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483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F5900A-E953-4560-8DEF-58900ECFF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667455-B8A5-49C4-9ACA-297C9D933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A808F5-9928-4523-863A-8252E6B1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E439-4AF6-4390-B23D-7814DFB4E96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5E47D0-3A51-44B2-9FBE-172D7AECA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8F495C-DFDF-4C7A-999D-0F90803B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F1FCF-7618-47BC-953F-DF3F2E29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51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C69A3D-D685-423D-BFBC-2C9BC9FD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A9A347-4D7E-4D68-88F6-740C1E271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4CEF27-8A14-41D1-8736-AF206F255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2DDC43-AAC0-4646-B826-5B1BD9A96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E439-4AF6-4390-B23D-7814DFB4E96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F40052-8453-45F7-A592-602842D86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4F7852-29AF-4137-A2A1-2C8B4EA5A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F1FCF-7618-47BC-953F-DF3F2E29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46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4CC9E-72D3-42F6-A542-9CD56897C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38F1FB-0A97-4614-AE31-1D0C29882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C427AC-AE65-49DD-B043-7B11A36DA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23360B-CD00-45CF-A59C-4C587DE84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556011-F606-4FD5-9A92-EC21692603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85E16B-E52E-4DF8-8F64-B24AA2FCB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E439-4AF6-4390-B23D-7814DFB4E96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C4F15D-F8DB-4BE1-A973-FD45A6BEB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2A2D98-6AEE-431D-A04A-C9C6ADD7B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F1FCF-7618-47BC-953F-DF3F2E29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173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DAD99-060A-49D3-A0A3-214724EB5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16EEF79-A071-445A-8097-AE8242FDF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E439-4AF6-4390-B23D-7814DFB4E96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FE153E-6D7E-48E4-AF43-7280F816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4B2CF2-8EF5-449B-A6EB-47804ED7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F1FCF-7618-47BC-953F-DF3F2E29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788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9414FA-DBE5-4092-ACDC-71A458137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E439-4AF6-4390-B23D-7814DFB4E96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BE0D4B-64F4-48EF-A6F3-2E9F257A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69F57B-B957-47F2-BB72-7DECFA18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F1FCF-7618-47BC-953F-DF3F2E29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76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C30B3A-288D-46CE-AB29-7C10A10B6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7F095C-D70F-483D-8931-BF608D834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4E1478-65FA-42FF-B655-28DB02827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1FDCF0-64A4-4868-BBB0-F9247F88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E439-4AF6-4390-B23D-7814DFB4E96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2A7A8A-1E23-4EF2-A77A-7AEECBB0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7B7103-6D76-4CF6-83FC-27297117B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F1FCF-7618-47BC-953F-DF3F2E29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68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F5A55-2E21-4455-99B3-F78D47B6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134729-01EF-4E8F-B643-5056EDC33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D3C4C9-7F67-4AB9-8758-278C9C597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38904A-F55A-4967-8172-B61450EBA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E439-4AF6-4390-B23D-7814DFB4E96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2F0EE4-B580-49D3-B390-C19AC12F2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CEB161-32C2-42B9-BE29-0829DE5D8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F1FCF-7618-47BC-953F-DF3F2E29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701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E5142-C988-42F7-8227-4E342E4AC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79BA03-71AE-479A-85B9-F0769CF7D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6CA1D5-8C8F-416E-AA81-DD3BA55B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E439-4AF6-4390-B23D-7814DFB4E96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4EFCB6-29BA-481E-968D-B91C3B146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8E18B7-52D7-4FBE-A9F4-ED306FEE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F1FCF-7618-47BC-953F-DF3F2E29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549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1C59BB-CB36-4578-91F4-20035A68D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4B0B54-D9F8-4E58-8801-EB0659A8F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579E21-6C6E-4B8C-93CB-026EB0F4E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E439-4AF6-4390-B23D-7814DFB4E96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B5E796-4075-4B38-9116-9327237A0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947FAB-D676-452E-844D-4431B8F29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F1FCF-7618-47BC-953F-DF3F2E29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02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F17C30-9027-4288-8617-9796FCF9D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569636-056E-4DDB-BF52-AA8C3C1FC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F2A31C-3F7C-488D-B370-82E0FEB4F2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4E439-4AF6-4390-B23D-7814DFB4E96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91226F-E55E-4DBB-BE43-1A83F42672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B76921-1006-4EA2-9EEE-192488428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F1FCF-7618-47BC-953F-DF3F2E293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024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603998-B9F1-4ACE-9D1F-913B0CC486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Game project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6DCD8E-04B7-4120-9EA8-F6E763872C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575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Game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project</dc:title>
  <dc:creator>KOREAIT</dc:creator>
  <cp:lastModifiedBy>KOREAIT</cp:lastModifiedBy>
  <cp:revision>1</cp:revision>
  <dcterms:created xsi:type="dcterms:W3CDTF">2026-08-26T03:28:12Z</dcterms:created>
  <dcterms:modified xsi:type="dcterms:W3CDTF">2026-08-26T03:28:23Z</dcterms:modified>
</cp:coreProperties>
</file>
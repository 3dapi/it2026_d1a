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Noto Sans Kr Bold" charset="1" panose="020B02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1208" y="3460115"/>
            <a:ext cx="13725585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60초 살아남기</a:t>
            </a:r>
          </a:p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survive_60second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30520" y="1673212"/>
            <a:ext cx="10026961" cy="5555777"/>
          </a:xfrm>
          <a:custGeom>
            <a:avLst/>
            <a:gdLst/>
            <a:ahLst/>
            <a:cxnLst/>
            <a:rect r="r" b="b" t="t" l="l"/>
            <a:pathLst>
              <a:path h="5555777" w="10026961">
                <a:moveTo>
                  <a:pt x="0" y="0"/>
                </a:moveTo>
                <a:lnTo>
                  <a:pt x="10026960" y="0"/>
                </a:lnTo>
                <a:lnTo>
                  <a:pt x="10026960" y="5555777"/>
                </a:lnTo>
                <a:lnTo>
                  <a:pt x="0" y="5555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9470" y="7553276"/>
            <a:ext cx="1206905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예시 시작 화면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12817" y="2589008"/>
            <a:ext cx="9062365" cy="5108984"/>
          </a:xfrm>
          <a:custGeom>
            <a:avLst/>
            <a:gdLst/>
            <a:ahLst/>
            <a:cxnLst/>
            <a:rect r="r" b="b" t="t" l="l"/>
            <a:pathLst>
              <a:path h="5108984" w="9062365">
                <a:moveTo>
                  <a:pt x="0" y="0"/>
                </a:moveTo>
                <a:lnTo>
                  <a:pt x="9062366" y="0"/>
                </a:lnTo>
                <a:lnTo>
                  <a:pt x="9062366" y="5108984"/>
                </a:lnTo>
                <a:lnTo>
                  <a:pt x="0" y="5108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07758" y="7691756"/>
            <a:ext cx="1327248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예시 인게임 화면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4937" y="1533142"/>
            <a:ext cx="8606508" cy="4813483"/>
          </a:xfrm>
          <a:custGeom>
            <a:avLst/>
            <a:gdLst/>
            <a:ahLst/>
            <a:cxnLst/>
            <a:rect r="r" b="b" t="t" l="l"/>
            <a:pathLst>
              <a:path h="4813483" w="8606508">
                <a:moveTo>
                  <a:pt x="0" y="0"/>
                </a:moveTo>
                <a:lnTo>
                  <a:pt x="8606508" y="0"/>
                </a:lnTo>
                <a:lnTo>
                  <a:pt x="8606508" y="4813483"/>
                </a:lnTo>
                <a:lnTo>
                  <a:pt x="0" y="4813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61" y="1426071"/>
            <a:ext cx="8579714" cy="4920554"/>
          </a:xfrm>
          <a:custGeom>
            <a:avLst/>
            <a:gdLst/>
            <a:ahLst/>
            <a:cxnLst/>
            <a:rect r="r" b="b" t="t" l="l"/>
            <a:pathLst>
              <a:path h="4920554" w="8579714">
                <a:moveTo>
                  <a:pt x="0" y="0"/>
                </a:moveTo>
                <a:lnTo>
                  <a:pt x="8579714" y="0"/>
                </a:lnTo>
                <a:lnTo>
                  <a:pt x="8579714" y="4920554"/>
                </a:lnTo>
                <a:lnTo>
                  <a:pt x="0" y="4920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6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39994" y="7691756"/>
            <a:ext cx="1508988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예시 게임 종료 화면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294" y="6703880"/>
            <a:ext cx="665504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게임 클리어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6069" y="6703880"/>
            <a:ext cx="72442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게임 오버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3458" y="1028700"/>
            <a:ext cx="11941084" cy="6670215"/>
          </a:xfrm>
          <a:custGeom>
            <a:avLst/>
            <a:gdLst/>
            <a:ahLst/>
            <a:cxnLst/>
            <a:rect r="r" b="b" t="t" l="l"/>
            <a:pathLst>
              <a:path h="6670215" w="11941084">
                <a:moveTo>
                  <a:pt x="0" y="0"/>
                </a:moveTo>
                <a:lnTo>
                  <a:pt x="11941084" y="0"/>
                </a:lnTo>
                <a:lnTo>
                  <a:pt x="11941084" y="6670215"/>
                </a:lnTo>
                <a:lnTo>
                  <a:pt x="0" y="6670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9994" y="7691756"/>
            <a:ext cx="1508988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캐릭터 선택창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DAHUVz6S7Ww</dc:identifier>
  <dcterms:modified xsi:type="dcterms:W3CDTF">2011-08-01T06:04:30Z</dcterms:modified>
  <cp:revision>1</cp:revision>
  <dc:title>60초 살아남기 suriver 60</dc:title>
</cp:coreProperties>
</file>